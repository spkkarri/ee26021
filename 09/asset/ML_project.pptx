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" charset="1" panose="00000500000000000000"/>
      <p:regular r:id="rId16"/>
    </p:embeddedFont>
    <p:embeddedFont>
      <p:font typeface="Maven Pro Bold" charset="1" panose="00000800000000000000"/>
      <p:regular r:id="rId17"/>
    </p:embeddedFont>
    <p:embeddedFont>
      <p:font typeface="Times New Roman MT" charset="1" panose="02030502070405020303"/>
      <p:regular r:id="rId18"/>
    </p:embeddedFont>
    <p:embeddedFont>
      <p:font typeface="The Seasons Bold" charset="1" panose="00000000000000000000"/>
      <p:regular r:id="rId19"/>
    </p:embeddedFont>
    <p:embeddedFont>
      <p:font typeface="Maven Pro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7820" y="4239693"/>
            <a:ext cx="13313321" cy="204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1"/>
              </a:lnSpc>
            </a:pPr>
            <a:r>
              <a:rPr lang="en-US" sz="9177">
                <a:solidFill>
                  <a:srgbClr val="252930"/>
                </a:solidFill>
                <a:latin typeface="Poppins"/>
                <a:ea typeface="Poppins"/>
                <a:cs typeface="Poppins"/>
                <a:sym typeface="Poppins"/>
              </a:rPr>
              <a:t>PREDICTON OF SOH OF EV BATTERY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4297025" y="62960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8039083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657548" y="293921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8907" y="927099"/>
            <a:ext cx="9141387" cy="70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6000">
                <a:solidFill>
                  <a:srgbClr val="25293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9367" y="2098675"/>
            <a:ext cx="14466242" cy="229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Elect</a:t>
            </a: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ric vehicles depend heavily on battery performance and reliability.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Over time, batteries degrade due to repeated charging and discharging cycles.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Accurate prediction of battery State of Health (SoH) helps in improving safety, maintenance planning, and battery life management.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9367" y="4644178"/>
            <a:ext cx="14085242" cy="629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Our pr</a:t>
            </a: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oject aims to build a machine learning based predictive system that estimates battery health using parameters such as:</a:t>
            </a:r>
          </a:p>
          <a:p>
            <a:pPr algn="just">
              <a:lnSpc>
                <a:spcPts val="4480"/>
              </a:lnSpc>
            </a:pP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Anomalies Detection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State of Charge (SoC)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Remaining Useful Life(RUL)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Voltage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Temperature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Capacity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252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Cycles</a:t>
            </a:r>
          </a:p>
          <a:p>
            <a:pPr algn="just">
              <a:lnSpc>
                <a:spcPts val="448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4175" y="-1238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7365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62749" y="1952625"/>
            <a:ext cx="15296551" cy="7067629"/>
          </a:xfrm>
          <a:custGeom>
            <a:avLst/>
            <a:gdLst/>
            <a:ahLst/>
            <a:cxnLst/>
            <a:rect r="r" b="b" t="t" l="l"/>
            <a:pathLst>
              <a:path h="7067629" w="15296551">
                <a:moveTo>
                  <a:pt x="0" y="0"/>
                </a:moveTo>
                <a:lnTo>
                  <a:pt x="15296551" y="0"/>
                </a:lnTo>
                <a:lnTo>
                  <a:pt x="15296551" y="7067629"/>
                </a:lnTo>
                <a:lnTo>
                  <a:pt x="0" y="70676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9558" r="0" b="-86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46981" y="161925"/>
            <a:ext cx="8297704" cy="84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1"/>
              </a:lnSpc>
            </a:pPr>
            <a:r>
              <a:rPr lang="en-US" b="true" sz="7301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54175" y="-1238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18400" y="143789"/>
            <a:ext cx="12639515" cy="10143211"/>
          </a:xfrm>
          <a:custGeom>
            <a:avLst/>
            <a:gdLst/>
            <a:ahLst/>
            <a:cxnLst/>
            <a:rect r="r" b="b" t="t" l="l"/>
            <a:pathLst>
              <a:path h="10143211" w="12639515">
                <a:moveTo>
                  <a:pt x="0" y="0"/>
                </a:moveTo>
                <a:lnTo>
                  <a:pt x="12639516" y="0"/>
                </a:lnTo>
                <a:lnTo>
                  <a:pt x="12639516" y="10143211"/>
                </a:lnTo>
                <a:lnTo>
                  <a:pt x="0" y="10143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7365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17624"/>
            <a:ext cx="15792309" cy="9555418"/>
          </a:xfrm>
          <a:custGeom>
            <a:avLst/>
            <a:gdLst/>
            <a:ahLst/>
            <a:cxnLst/>
            <a:rect r="r" b="b" t="t" l="l"/>
            <a:pathLst>
              <a:path h="9555418" w="15792309">
                <a:moveTo>
                  <a:pt x="0" y="0"/>
                </a:moveTo>
                <a:lnTo>
                  <a:pt x="15792309" y="0"/>
                </a:lnTo>
                <a:lnTo>
                  <a:pt x="15792309" y="9555419"/>
                </a:lnTo>
                <a:lnTo>
                  <a:pt x="0" y="9555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680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54175" y="-1238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3758" y="1251588"/>
            <a:ext cx="14567984" cy="8693991"/>
          </a:xfrm>
          <a:custGeom>
            <a:avLst/>
            <a:gdLst/>
            <a:ahLst/>
            <a:cxnLst/>
            <a:rect r="r" b="b" t="t" l="l"/>
            <a:pathLst>
              <a:path h="8693991" w="14567984">
                <a:moveTo>
                  <a:pt x="0" y="0"/>
                </a:moveTo>
                <a:lnTo>
                  <a:pt x="14567984" y="0"/>
                </a:lnTo>
                <a:lnTo>
                  <a:pt x="14567984" y="8693991"/>
                </a:lnTo>
                <a:lnTo>
                  <a:pt x="0" y="8693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024" r="0" b="-1842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7365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5842" y="2094612"/>
            <a:ext cx="16303458" cy="6690442"/>
          </a:xfrm>
          <a:custGeom>
            <a:avLst/>
            <a:gdLst/>
            <a:ahLst/>
            <a:cxnLst/>
            <a:rect r="r" b="b" t="t" l="l"/>
            <a:pathLst>
              <a:path h="6690442" w="16303458">
                <a:moveTo>
                  <a:pt x="0" y="0"/>
                </a:moveTo>
                <a:lnTo>
                  <a:pt x="16303458" y="0"/>
                </a:lnTo>
                <a:lnTo>
                  <a:pt x="16303458" y="6690442"/>
                </a:lnTo>
                <a:lnTo>
                  <a:pt x="0" y="66904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2146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34980" y="391421"/>
            <a:ext cx="9999504" cy="106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3"/>
              </a:lnSpc>
              <a:spcBef>
                <a:spcPct val="0"/>
              </a:spcBef>
            </a:pPr>
            <a:r>
              <a:rPr lang="en-US" b="true" sz="5545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RUL (REMAINING USEFUL LIFE)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7365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82564" y="375446"/>
            <a:ext cx="13018578" cy="9536108"/>
          </a:xfrm>
          <a:custGeom>
            <a:avLst/>
            <a:gdLst/>
            <a:ahLst/>
            <a:cxnLst/>
            <a:rect r="r" b="b" t="t" l="l"/>
            <a:pathLst>
              <a:path h="9536108" w="13018578">
                <a:moveTo>
                  <a:pt x="0" y="0"/>
                </a:moveTo>
                <a:lnTo>
                  <a:pt x="13018577" y="0"/>
                </a:lnTo>
                <a:lnTo>
                  <a:pt x="13018577" y="9536108"/>
                </a:lnTo>
                <a:lnTo>
                  <a:pt x="0" y="95361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11950" y="-1047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73650" y="8229600"/>
            <a:ext cx="516220" cy="2057400"/>
          </a:xfrm>
          <a:custGeom>
            <a:avLst/>
            <a:gdLst/>
            <a:ahLst/>
            <a:cxnLst/>
            <a:rect r="r" b="b" t="t" l="l"/>
            <a:pathLst>
              <a:path h="2057400" w="51622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99193" y="1456429"/>
            <a:ext cx="14871076" cy="7868775"/>
          </a:xfrm>
          <a:custGeom>
            <a:avLst/>
            <a:gdLst/>
            <a:ahLst/>
            <a:cxnLst/>
            <a:rect r="r" b="b" t="t" l="l"/>
            <a:pathLst>
              <a:path h="7868775" w="14871076">
                <a:moveTo>
                  <a:pt x="0" y="0"/>
                </a:moveTo>
                <a:lnTo>
                  <a:pt x="14871076" y="0"/>
                </a:lnTo>
                <a:lnTo>
                  <a:pt x="14871076" y="7868776"/>
                </a:lnTo>
                <a:lnTo>
                  <a:pt x="0" y="7868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227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56857" y="391421"/>
            <a:ext cx="5355749" cy="106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3"/>
              </a:lnSpc>
              <a:spcBef>
                <a:spcPct val="0"/>
              </a:spcBef>
            </a:pPr>
            <a:r>
              <a:rPr lang="en-US" b="true" sz="5545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Range Prediction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54150" y="3832722"/>
            <a:ext cx="12779699" cy="179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35"/>
              </a:lnSpc>
            </a:pPr>
            <a:r>
              <a:rPr lang="en-US" b="true" sz="15544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43940" y="5955758"/>
            <a:ext cx="9800119" cy="79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6"/>
              </a:lnSpc>
            </a:pPr>
            <a:r>
              <a:rPr lang="en-US" sz="5926">
                <a:solidFill>
                  <a:srgbClr val="252D37"/>
                </a:solidFill>
                <a:latin typeface="Maven Pro"/>
                <a:ea typeface="Maven Pro"/>
                <a:cs typeface="Maven Pro"/>
                <a:sym typeface="Maven Pro"/>
              </a:rPr>
              <a:t>For your attention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6974593"/>
            <a:ext cx="809919" cy="3227938"/>
          </a:xfrm>
          <a:custGeom>
            <a:avLst/>
            <a:gdLst/>
            <a:ahLst/>
            <a:cxnLst/>
            <a:rect r="r" b="b" t="t" l="l"/>
            <a:pathLst>
              <a:path h="3227938" w="809919">
                <a:moveTo>
                  <a:pt x="0" y="0"/>
                </a:moveTo>
                <a:lnTo>
                  <a:pt x="809919" y="0"/>
                </a:lnTo>
                <a:lnTo>
                  <a:pt x="809919" y="3227938"/>
                </a:lnTo>
                <a:lnTo>
                  <a:pt x="0" y="3227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3969" y="8304597"/>
            <a:ext cx="4261740" cy="2130870"/>
          </a:xfrm>
          <a:custGeom>
            <a:avLst/>
            <a:gdLst/>
            <a:ahLst/>
            <a:cxnLst/>
            <a:rect r="r" b="b" t="t" l="l"/>
            <a:pathLst>
              <a:path h="2130870" w="426174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7582856" y="118636"/>
            <a:ext cx="809919" cy="3227938"/>
          </a:xfrm>
          <a:custGeom>
            <a:avLst/>
            <a:gdLst/>
            <a:ahLst/>
            <a:cxnLst/>
            <a:rect r="r" b="b" t="t" l="l"/>
            <a:pathLst>
              <a:path h="3227938" w="809919">
                <a:moveTo>
                  <a:pt x="0" y="0"/>
                </a:moveTo>
                <a:lnTo>
                  <a:pt x="809919" y="0"/>
                </a:lnTo>
                <a:lnTo>
                  <a:pt x="809919" y="3227938"/>
                </a:lnTo>
                <a:lnTo>
                  <a:pt x="0" y="3227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2517066" y="-114300"/>
            <a:ext cx="4261740" cy="2130870"/>
          </a:xfrm>
          <a:custGeom>
            <a:avLst/>
            <a:gdLst/>
            <a:ahLst/>
            <a:cxnLst/>
            <a:rect r="r" b="b" t="t" l="l"/>
            <a:pathLst>
              <a:path h="2130870" w="426174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DAHDGaq3DwY</dc:identifier>
  <dcterms:modified xsi:type="dcterms:W3CDTF">2011-08-01T06:04:30Z</dcterms:modified>
  <cp:revision>1</cp:revision>
  <dc:title>Ivory Black Simple Geometric Research Project Presentation</dc:title>
</cp:coreProperties>
</file>