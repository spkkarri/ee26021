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2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7030A0"/>
                </a:solidFill>
              </a:rP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dirty="0"/>
              <a:t>Solar Panel Output Prediction using Machine </a:t>
            </a:r>
            <a:r>
              <a:rPr lang="en-US" dirty="0"/>
              <a:t>             </a:t>
            </a:r>
            <a:r>
              <a:rPr dirty="0"/>
              <a:t>Learning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6B327-3916-40E0-A14B-481F49E33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61488"/>
            <a:ext cx="7653528" cy="38218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00B05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Solar energy is an important renewable energy source.</a:t>
            </a:r>
          </a:p>
          <a:p>
            <a:r>
              <a:rPr dirty="0"/>
              <a:t>The power generated by solar panels changes depending on weather conditions.</a:t>
            </a:r>
          </a:p>
          <a:p>
            <a:r>
              <a:rPr dirty="0"/>
              <a:t>Machine Learning helps predict solar panel output using environmental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00B0F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Solar power generation varies due to temperature, sunlight, humidity and other weather factors.</a:t>
            </a:r>
          </a:p>
          <a:p>
            <a:r>
              <a:t>It is difficult to estimate the exact solar power output.</a:t>
            </a:r>
          </a:p>
          <a:p>
            <a:r>
              <a:t>This project uses Machine Learning to predict solar panel power more accurately.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chemeClr val="accent2">
                    <a:lumMod val="75000"/>
                  </a:schemeClr>
                </a:solidFill>
              </a:rP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dataset contains environmental parameters used for prediction:</a:t>
            </a:r>
          </a:p>
          <a:p>
            <a:r>
              <a:rPr dirty="0"/>
              <a:t>• Temperature</a:t>
            </a:r>
          </a:p>
          <a:p>
            <a:r>
              <a:rPr dirty="0"/>
              <a:t>• Solar Irradiance</a:t>
            </a:r>
          </a:p>
          <a:p>
            <a:r>
              <a:rPr dirty="0"/>
              <a:t>• Humidity</a:t>
            </a:r>
          </a:p>
          <a:p>
            <a:r>
              <a:rPr dirty="0"/>
              <a:t>• Wind Speed</a:t>
            </a:r>
          </a:p>
          <a:p>
            <a:r>
              <a:rPr dirty="0"/>
              <a:t>• Solar Power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7030A0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used in the project:</a:t>
            </a:r>
          </a:p>
          <a:p>
            <a:r>
              <a:t>1. Data Collection</a:t>
            </a:r>
          </a:p>
          <a:p>
            <a:r>
              <a:t>2. Data Preprocessing</a:t>
            </a:r>
          </a:p>
          <a:p>
            <a:r>
              <a:t>3. Training Machine Learning Model</a:t>
            </a:r>
          </a:p>
          <a:p>
            <a:r>
              <a:t>4. Predicting Solar Panel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FF0000"/>
                </a:solidFill>
              </a:rPr>
              <a:t>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Helps improve solar energy efficiency</a:t>
            </a:r>
          </a:p>
          <a:p>
            <a:r>
              <a:t>• Useful for energy planning and management</a:t>
            </a:r>
          </a:p>
          <a:p>
            <a:r>
              <a:t>• Supports renewable energy systems and smart grids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8790" y="1562335"/>
            <a:ext cx="4547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  Input data</a:t>
            </a:r>
          </a:p>
          <a:p>
            <a:r>
              <a:rPr dirty="0"/>
              <a:t>(</a:t>
            </a:r>
            <a:r>
              <a:rPr lang="en-US" dirty="0"/>
              <a:t> </a:t>
            </a:r>
            <a:r>
              <a:rPr dirty="0"/>
              <a:t>Temperature,</a:t>
            </a:r>
            <a:r>
              <a:rPr lang="en-US" dirty="0"/>
              <a:t> </a:t>
            </a:r>
            <a:r>
              <a:rPr dirty="0"/>
              <a:t>Irradiance</a:t>
            </a:r>
            <a:r>
              <a:rPr lang="en-US" dirty="0"/>
              <a:t>, </a:t>
            </a:r>
            <a:r>
              <a:rPr dirty="0"/>
              <a:t>Humidity)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7128" y="23924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2817" y="2921479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Machine Learning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1267" y="3551141"/>
            <a:ext cx="186640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Output Prediction</a:t>
            </a:r>
          </a:p>
          <a:p>
            <a:r>
              <a:rPr lang="en-US" dirty="0"/>
              <a:t>    </a:t>
            </a:r>
            <a:r>
              <a:rPr dirty="0"/>
              <a:t>(Solar Power)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44A3663-3CA5-67A5-1775-7EAD950076D0}"/>
              </a:ext>
            </a:extLst>
          </p:cNvPr>
          <p:cNvSpPr txBox="1"/>
          <p:nvPr/>
        </p:nvSpPr>
        <p:spPr>
          <a:xfrm>
            <a:off x="4327217" y="27307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⬇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950006-D553-F5CD-CA00-CD2197CDEF46}"/>
              </a:ext>
            </a:extLst>
          </p:cNvPr>
          <p:cNvSpPr txBox="1"/>
          <p:nvPr/>
        </p:nvSpPr>
        <p:spPr>
          <a:xfrm>
            <a:off x="4327217" y="32731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⬇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E205D2-0573-B0FC-7F75-290EE2C4F9E7}"/>
              </a:ext>
            </a:extLst>
          </p:cNvPr>
          <p:cNvSpPr txBox="1"/>
          <p:nvPr/>
        </p:nvSpPr>
        <p:spPr>
          <a:xfrm>
            <a:off x="4327217" y="217758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chemeClr val="accent5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Machine Learning can effectively predict solar panel output.</a:t>
            </a:r>
          </a:p>
          <a:p>
            <a:r>
              <a:rPr dirty="0"/>
              <a:t>This helps improve solar energy utilization and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solar panel output prediction presentation</Template>
  <TotalTime>152</TotalTime>
  <Words>202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Title</vt:lpstr>
      <vt:lpstr>Introduction</vt:lpstr>
      <vt:lpstr>Problem Statement</vt:lpstr>
      <vt:lpstr>Dataset</vt:lpstr>
      <vt:lpstr>Methodology</vt:lpstr>
      <vt:lpstr>Relevance</vt:lpstr>
      <vt:lpstr>ML Architecture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Gedela Chaitanya Sai</dc:creator>
  <cp:keywords/>
  <dc:description>generated using python-pptx</dc:description>
  <cp:lastModifiedBy>Gedela Chaitanya Sai</cp:lastModifiedBy>
  <cp:revision>2</cp:revision>
  <dcterms:created xsi:type="dcterms:W3CDTF">2026-03-07T16:08:15Z</dcterms:created>
  <dcterms:modified xsi:type="dcterms:W3CDTF">2026-03-07T19:02:55Z</dcterms:modified>
  <cp:category/>
</cp:coreProperties>
</file>